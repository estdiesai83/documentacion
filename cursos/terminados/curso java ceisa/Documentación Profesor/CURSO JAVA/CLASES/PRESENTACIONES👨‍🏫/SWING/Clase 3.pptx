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fabf7b9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fabf7b9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JButton en Java</a:t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75" y="1550493"/>
            <a:ext cx="831532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475" y="1414463"/>
            <a:ext cx="70866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691150"/>
            <a:ext cx="6940225" cy="4136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152400"/>
            <a:ext cx="6940225" cy="456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