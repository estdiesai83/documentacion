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ba74bc6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ba74bc6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7371d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7371d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ba74bc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ba74bc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fabf7b9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fabf7b9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8000">
                <a:solidFill>
                  <a:schemeClr val="dk1"/>
                </a:solidFill>
              </a:rPr>
              <a:t>JLabel en Java</a:t>
            </a:r>
            <a:endParaRPr b="1" sz="8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9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900"/>
              </a:spcBef>
              <a:spcAft>
                <a:spcPts val="120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200" y="1936768"/>
            <a:ext cx="810577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1813" y="640325"/>
            <a:ext cx="53149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325" y="2048568"/>
            <a:ext cx="798195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600" y="383888"/>
            <a:ext cx="6940224" cy="437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850" y="988738"/>
            <a:ext cx="7624710" cy="401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