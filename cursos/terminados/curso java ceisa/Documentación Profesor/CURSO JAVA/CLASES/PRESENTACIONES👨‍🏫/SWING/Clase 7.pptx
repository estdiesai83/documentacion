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fabf7b9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fabf7b9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8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50493"/>
            <a:ext cx="82105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475" y="1957118"/>
            <a:ext cx="80200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3525" y="940893"/>
            <a:ext cx="56388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78563"/>
            <a:ext cx="7804425" cy="388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200" y="1029388"/>
            <a:ext cx="7333839" cy="401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