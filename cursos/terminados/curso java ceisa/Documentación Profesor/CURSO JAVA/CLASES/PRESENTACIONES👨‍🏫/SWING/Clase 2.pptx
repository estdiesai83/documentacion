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JButton en Java</a:t>
            </a:r>
            <a:endParaRPr b="1" sz="9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20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225" y="1518350"/>
            <a:ext cx="730567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975" y="1010125"/>
            <a:ext cx="7239964" cy="39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275350"/>
            <a:ext cx="6940225" cy="4592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