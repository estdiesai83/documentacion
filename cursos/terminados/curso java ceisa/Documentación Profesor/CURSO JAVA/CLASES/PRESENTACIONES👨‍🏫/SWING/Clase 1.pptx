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3ba74bc65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3ba74bc65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3c7371d62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3c7371d62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3ba74bc65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3ba74bc65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3c7371d62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3c7371d62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3c7371d62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3c7371d62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3c7371d62b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3c7371d62b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3c7371d62b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3c7371d62b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3e7c3c3d5b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3e7c3c3d5b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e7c3c3d5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e7c3c3d5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3e7c3c3d5b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3e7c3c3d5b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FCE5CD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54483" y="1576200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PROGRAMACIÓN EN JAVA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/>
              <a:t>(IFCD052PO)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2322575" y="3984100"/>
            <a:ext cx="474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000000"/>
                </a:solidFill>
              </a:rPr>
              <a:t>INTERFACE DE USUARIO SWING</a:t>
            </a:r>
            <a:endParaRPr sz="2100">
              <a:solidFill>
                <a:srgbClr val="000000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3075" y="111100"/>
            <a:ext cx="969225" cy="1465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5" y="290150"/>
            <a:ext cx="1147025" cy="114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50493"/>
            <a:ext cx="8839201" cy="28746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50493"/>
            <a:ext cx="8839199" cy="304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5" y="17538"/>
            <a:ext cx="808625" cy="80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09225" y="17550"/>
            <a:ext cx="808625" cy="1222334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525" y="1493934"/>
            <a:ext cx="8153400" cy="264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1550493"/>
            <a:ext cx="8839201" cy="20890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75" y="152400"/>
            <a:ext cx="63613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80900" y="111100"/>
            <a:ext cx="851400" cy="12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025" y="162575"/>
            <a:ext cx="5915025" cy="63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4750" y="932825"/>
            <a:ext cx="5130342" cy="403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500" y="-3850"/>
            <a:ext cx="765125" cy="11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0075" y="152400"/>
            <a:ext cx="6810375" cy="62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975" y="1340837"/>
            <a:ext cx="7534275" cy="2543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500" y="-3850"/>
            <a:ext cx="765125" cy="11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97025" y="152400"/>
            <a:ext cx="5753940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500" y="-3850"/>
            <a:ext cx="765125" cy="11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125" y="969450"/>
            <a:ext cx="7562424" cy="399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70075" y="152400"/>
            <a:ext cx="5810250" cy="59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275" y="-3850"/>
            <a:ext cx="851400" cy="85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087500" y="-3850"/>
            <a:ext cx="765125" cy="115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325" y="1152725"/>
            <a:ext cx="7712747" cy="36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