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3ba74bc655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3ba74bc65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3c7371d62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3c7371d62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3ba74bc65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3ba74bc65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afabf7b90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afabf7b90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CE5CD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54483" y="157620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/>
              <a:t>PROGRAMACIÓN EN JAVA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/>
              <a:t>(IFCD052PO)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2322575" y="3984100"/>
            <a:ext cx="47478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9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JButton en Java</a:t>
            </a:r>
            <a:endParaRPr b="1" sz="9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ctr">
              <a:lnSpc>
                <a:spcPct val="115000"/>
              </a:lnSpc>
              <a:spcBef>
                <a:spcPts val="1900"/>
              </a:spcBef>
              <a:spcAft>
                <a:spcPts val="1200"/>
              </a:spcAft>
              <a:buClr>
                <a:schemeClr val="dk1"/>
              </a:buClr>
              <a:buSzPct val="52380"/>
              <a:buFont typeface="Arial"/>
              <a:buNone/>
            </a:pPr>
            <a:r>
              <a:t/>
            </a:r>
            <a:endParaRPr sz="2100">
              <a:solidFill>
                <a:srgbClr val="000000"/>
              </a:solidFill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63075" y="111100"/>
            <a:ext cx="969225" cy="146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075" y="290150"/>
            <a:ext cx="1147025" cy="114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75" y="-3850"/>
            <a:ext cx="851400" cy="85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80900" y="111100"/>
            <a:ext cx="851400" cy="1286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6975" y="1550493"/>
            <a:ext cx="8315325" cy="277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75" y="-3850"/>
            <a:ext cx="851400" cy="85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80900" y="111100"/>
            <a:ext cx="851400" cy="1286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1475" y="1414463"/>
            <a:ext cx="7086600" cy="231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75" y="17538"/>
            <a:ext cx="808625" cy="80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09225" y="17550"/>
            <a:ext cx="808625" cy="1222334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16600" y="691150"/>
            <a:ext cx="6940225" cy="41363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75" y="17538"/>
            <a:ext cx="808625" cy="80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09225" y="17550"/>
            <a:ext cx="808625" cy="1222334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16600" y="152400"/>
            <a:ext cx="6940225" cy="45616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