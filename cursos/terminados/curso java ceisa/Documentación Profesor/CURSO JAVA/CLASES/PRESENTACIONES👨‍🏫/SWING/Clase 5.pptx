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fabf7b9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afabf7b9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JButton en Java</a:t>
            </a:r>
            <a:endParaRPr b="1" sz="9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900"/>
              </a:spcBef>
              <a:spcAft>
                <a:spcPts val="120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t/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975" y="1550493"/>
            <a:ext cx="831532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475" y="1414463"/>
            <a:ext cx="708660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691150"/>
            <a:ext cx="6940225" cy="4136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6600" y="152400"/>
            <a:ext cx="6940225" cy="456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