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ba74bc6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ba74bc6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7371d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7371d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ba74bc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ba74bc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fabf7b9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fabf7b9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8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9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900"/>
              </a:spcBef>
              <a:spcAft>
                <a:spcPts val="120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50493"/>
            <a:ext cx="805815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538" y="1733468"/>
            <a:ext cx="8162925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725" y="988713"/>
            <a:ext cx="7804426" cy="3984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50" y="988738"/>
            <a:ext cx="7222566" cy="401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