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c6dd1083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c6dd1083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6dd1083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6dd1083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FLUJOS DE CONTROL</a:t>
            </a:r>
            <a:endParaRPr b="1" sz="1829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while</a:t>
            </a:r>
            <a:endParaRPr b="1" sz="1829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3850" y="847550"/>
            <a:ext cx="6105525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775" y="1050775"/>
            <a:ext cx="7575126" cy="36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