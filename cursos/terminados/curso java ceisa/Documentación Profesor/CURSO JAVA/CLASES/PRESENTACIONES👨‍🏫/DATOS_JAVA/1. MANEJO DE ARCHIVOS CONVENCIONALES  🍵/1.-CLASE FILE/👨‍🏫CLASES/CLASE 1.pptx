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gbZHHoPhSsZQviPLmLBYRRU6WH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 DATOS_JAVA;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java.io.File;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java.io.IOException;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java.nio.file.Files;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java.nio.file.Paths;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java.nio.file.StandardOpenOption;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java.util.List;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class Crear_Fichero_xlineas_FilesWrite_Paths_get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Crear un objeto Scanner para leer la entrada del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Scanner scanner = new Scanner(System.in);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Solicitar al usuario que ingrese el nombre del primer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System.out.println("Ingrese el nombre del primer archivo a crear (incluyendo la extensión):");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nombreArchivo1 = scanner.nextLine();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Contenido inicial a escribir en el primer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contenidoInicial = "Este es el contenido de nuestro archivo";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Contenido adicional a añadir en el segundo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List&lt;String&gt; contenidoAdicional = List.of(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"Primera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"Segunda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"Tercera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"Cuarta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"Quinta línea"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Ruta donde se crearán los archivos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ruta = "Proyectos/Java";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File archivo1 = new File(ruta, nombreArchivo1);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File archivo2 = new File(ruta, "Fichero_lineas.txt");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try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Verificar si la ruta existe y crearla si no es así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File directorio = new File(ruta);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if (!directorio.exists())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if (directorio.mkdirs())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System.out.println("Directorio creado: " + directorio.getPath());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 else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System.out.println("No se pudo crear el directorio.");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scanner.close();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return;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Crear el primer archivo y escribir el contenido inicial en él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Files.write(Paths.get(ruta, nombreArchivo1), contenidoInicial.getBytes());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System.out.println("Datos iniciales escritos en el archivo: " + nombreArchivo1);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Verificar si el archivo "Fichero_lineas.txt" existe o crearlo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if (!archivo2.exists())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if (archivo2.createNewFile())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System.out.println("Archivo creado: " + archivo2.getName());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Añadir el contenido adicional al segundo archivo sin borrar el contenido anterior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for (String linea : contenidoAdicional)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Files.write(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Paths.get(ruta, "Fichero_lineas.txt"),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(linea + System.lineSeparator()).getBytes(),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StandardOpenOption.APPEND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System.out.println("Datos adicionales añadidos al archivo: Fichero_lineas.txt");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} catch (IOException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System.out.println("Ocurrió un error al crear o escribir en los archivos.");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e.printStackTrace();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Cerrar el objeto Scanner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scanner.close();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 DATOS_JAVA;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java.io.File;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java.io.IOException;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java.nio.file.Files;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java.nio.file.Paths;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java.nio.file.StandardOpenOption;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java.util.List;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class Crear_Fichero_xlineas_FilesWrite_Paths_get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Crear un objeto Scanner para leer la entrada del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Scanner scanner = new Scanner(System.in);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Solicitar al usuario que ingrese el nombre del primer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System.out.println("Ingrese el nombre del primer archivo a crear (incluyendo la extensión):");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nombreArchivo1 = scanner.nextLine();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Contenido inicial a escribir en el primer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contenidoInicial = "Este es el contenido de nuestro archivo";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Contenido adicional a añadir en el segundo archivo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List&lt;String&gt; contenidoAdicional = List.of(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"Primera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"Segunda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"Tercera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"Cuarta línea",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"Quinta línea"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Ruta donde se crearán los archivos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String ruta = "Proyectos/Java";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File archivo1 = new File(ruta, nombreArchivo1);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File archivo2 = new File(ruta, "Fichero_lineas.txt");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try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Verificar si la ruta existe y crearla si no es así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File directorio = new File(ruta);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if (!directorio.exists())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if (directorio.mkdirs())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System.out.println("Directorio creado: " + directorio.getPath());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 else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System.out.println("No se pudo crear el directorio.");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scanner.close();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return;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Crear el primer archivo y escribir el contenido inicial en él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Files.write(Paths.get(ruta, nombreArchivo1), contenidoInicial.getBytes());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System.out.println("Datos iniciales escritos en el archivo: " + nombreArchivo1);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Verificar si el archivo "Fichero_lineas.txt" existe o crearlo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if (!archivo2.exists())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if (archivo2.createNewFile())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System.out.println("Archivo creado: " + archivo2.getName());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// Añadir el contenido adicional al segundo archivo sin borrar el contenido anterior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for (String linea : contenidoAdicional)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Files.write(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Paths.get(ruta, "Fichero_lineas.txt"),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(linea + System.lineSeparator()).getBytes(),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StandardOpenOption.APPEND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System.out.println("Datos adicionales añadidos al archivo: Fichero_lineas.txt");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} catch (IOException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System.out.println("Ocurrió un error al crear o escribir en los archivos.");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e.printStackTrace();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// Cerrar el objeto Scanner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scanner.close();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50" y="416700"/>
            <a:ext cx="913550" cy="9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283300" y="43010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Clase file I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 </a:t>
            </a:r>
            <a:r>
              <a:rPr b="1" lang="en" sz="1920"/>
              <a:t>MANEJO DE ARCHIVOS CONVENCIONALES</a:t>
            </a:r>
            <a:endParaRPr b="1" sz="2820"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311700" y="1184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</a:rPr>
              <a:t>1.1. La clase file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</a:rPr>
              <a:t>1.1.1. Obteniendo información sobre archivos y directorios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</a:rPr>
              <a:t>1.1.2. Iterando la lista de carpetas y archivos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chemeClr val="dk1"/>
                </a:solidFill>
              </a:rPr>
              <a:t>1.1.3. Creando y eliminando archivos y carpetas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700"/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1597950" y="445025"/>
            <a:ext cx="555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975"/>
              <a:buNone/>
            </a:pPr>
            <a:r>
              <a:rPr lang="en"/>
              <a:t>  </a:t>
            </a:r>
            <a:r>
              <a:rPr lang="en" sz="3577"/>
              <a:t>Que es un directorio JAVA</a:t>
            </a:r>
            <a:endParaRPr sz="3577"/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851" y="3352750"/>
            <a:ext cx="8259074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0200" y="1380800"/>
            <a:ext cx="3250580" cy="18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525" y="1380725"/>
            <a:ext cx="80676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636500"/>
            <a:ext cx="83439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1.-ACTIVIDAD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DIRECTORIO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360400"/>
            <a:ext cx="83153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2.-ACTIVIDAD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Obtener la lista de los subdirectorios y archivos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375" y="1756825"/>
            <a:ext cx="81057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350" y="1476375"/>
            <a:ext cx="804862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3.-ACTIVIDAD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el subdirectorio creado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050" y="1380750"/>
            <a:ext cx="81819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725" y="1366838"/>
            <a:ext cx="82296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725" y="722850"/>
            <a:ext cx="69255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4.-ACTIVIDAD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archivo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75" y="1385875"/>
            <a:ext cx="82010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350" y="1329900"/>
            <a:ext cx="802005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4210375" y="2037050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.-ACTIVIDAD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archivo II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700" y="1500188"/>
            <a:ext cx="82010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350" y="1462050"/>
            <a:ext cx="82296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