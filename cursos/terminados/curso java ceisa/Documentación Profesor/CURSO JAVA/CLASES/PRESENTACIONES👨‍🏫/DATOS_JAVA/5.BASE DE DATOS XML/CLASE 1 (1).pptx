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91a8a79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91a8a79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91a8a79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91a8a79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fe43d905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fe43d905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fc57171c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fc57171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67c85f7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67c85f7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fc57171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fc57171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fe43d905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fe43d905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fc57171c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fc57171c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2cb0623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2cb0623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7c371ef2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7c371ef2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7c371ef2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7c371ef2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9bfde30a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9bfde30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9bfde30a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9bfde30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9bfde30a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9bfde30a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9bfde30a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9bfde30a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9bfde30a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9bfde30a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fc57171c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fc57171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6B8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83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PROCESAMIENTO DE DATOS CON JAVA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5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IFCT079PO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850" y="122250"/>
            <a:ext cx="1208000" cy="12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116350" y="4107925"/>
            <a:ext cx="4513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Introducción a las bases de datos XML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2024875" y="1800475"/>
            <a:ext cx="5570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Introducción a las bases de datos XML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Bases de datos documentales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Tratamiento de bases de datos XML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60400"/>
            <a:ext cx="8839199" cy="32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225" y="1390900"/>
            <a:ext cx="78295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1225" y="1305200"/>
            <a:ext cx="6381750" cy="24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2571750" y="530900"/>
            <a:ext cx="340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2352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3200">
                <a:solidFill>
                  <a:schemeClr val="lt1"/>
                </a:solidFill>
              </a:rPr>
              <a:t>Características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5300" y="104175"/>
            <a:ext cx="34099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6250" y="1146925"/>
            <a:ext cx="46119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0076" y="2151575"/>
            <a:ext cx="461197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36250" y="3163975"/>
            <a:ext cx="46358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60075" y="4080350"/>
            <a:ext cx="4695825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150" y="1401050"/>
            <a:ext cx="81534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650" y="1208000"/>
            <a:ext cx="692270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50" y="355700"/>
            <a:ext cx="6538500" cy="453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50" y="431063"/>
            <a:ext cx="6538500" cy="428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475" y="1159950"/>
            <a:ext cx="717861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8075" y="1017725"/>
            <a:ext cx="642829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50" y="526625"/>
            <a:ext cx="6538502" cy="4090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5750" y="855000"/>
            <a:ext cx="675880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5125" y="1017736"/>
            <a:ext cx="7021549" cy="3682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8900" y="966825"/>
            <a:ext cx="635878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50" y="152400"/>
            <a:ext cx="623954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ACTIVIDAD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