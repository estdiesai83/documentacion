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c6dd1083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c6dd1083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ee4f8f0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ee4f8f0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FLUJOS DE CONTROL</a:t>
            </a:r>
            <a:endParaRPr b="1" sz="1829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29">
                <a:solidFill>
                  <a:schemeClr val="dk1"/>
                </a:solidFill>
              </a:rPr>
              <a:t>DO WHILE</a:t>
            </a:r>
            <a:endParaRPr b="1" sz="1829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725" y="1060950"/>
            <a:ext cx="7676100" cy="376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6600" y="914775"/>
            <a:ext cx="316100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