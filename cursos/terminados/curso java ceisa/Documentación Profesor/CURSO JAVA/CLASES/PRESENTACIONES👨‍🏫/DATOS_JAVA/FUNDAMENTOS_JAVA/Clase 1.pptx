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c6dd1083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c6dd1083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6dd1083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6dd1083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c6dd1083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c6dd1083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c6dd1083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c6dd1083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FLUJOS DE CONTROL</a:t>
            </a:r>
            <a:endParaRPr b="1" sz="1829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IF Y ELSE</a:t>
            </a:r>
            <a:endParaRPr b="1" sz="1829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850" y="1398093"/>
            <a:ext cx="7586538" cy="3440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75" y="1050775"/>
            <a:ext cx="7302954" cy="39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375" y="1702968"/>
            <a:ext cx="821055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4700" y="56788"/>
            <a:ext cx="738900" cy="11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75" y="1895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2288" y="457350"/>
            <a:ext cx="6779425" cy="4041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