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91a8a79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91a8a79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91a8a79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91a8a79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91a8a795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91a8a795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bd8e66ea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bd8e66ea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bd8e66ea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bd8e66ea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bd8e66ea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bd8e66ea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bd8e66ea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bd8e66ea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6B8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83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PROCESAMIENTO DE DATOS CON JAVA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5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IFCT079PO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850" y="12225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50" y="416700"/>
            <a:ext cx="913550" cy="9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 </a:t>
            </a:r>
            <a:r>
              <a:rPr b="1" lang="en" sz="1920"/>
              <a:t>MANEJO DE ARCHIVOS CONVENCIONALES</a:t>
            </a:r>
            <a:endParaRPr b="1" sz="282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84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1.Los flujos de datos (STREAM)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2.Clases manejadoras de flujos de datos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3.Formas de acceso a un fichero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4.</a:t>
            </a:r>
            <a:r>
              <a:rPr lang="en" sz="1900">
                <a:solidFill>
                  <a:schemeClr val="dk1"/>
                </a:solidFill>
              </a:rPr>
              <a:t>Operaciones de lectura/escritura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882550" y="445025"/>
            <a:ext cx="521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3577"/>
              <a:t> Que son los streams </a:t>
            </a:r>
            <a:endParaRPr sz="3577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716175"/>
            <a:ext cx="8839200" cy="20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584950" y="445025"/>
            <a:ext cx="62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27966"/>
              <a:buFont typeface="Arial"/>
              <a:buNone/>
            </a:pPr>
            <a:r>
              <a:rPr lang="en" sz="3933">
                <a:solidFill>
                  <a:srgbClr val="000000"/>
                </a:solidFill>
              </a:rPr>
              <a:t>Ventaja del uso de streams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60400"/>
            <a:ext cx="8839200" cy="32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584950" y="445025"/>
            <a:ext cx="62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27966"/>
              <a:buFont typeface="Arial"/>
              <a:buNone/>
            </a:pPr>
            <a:r>
              <a:rPr lang="en" sz="3933">
                <a:solidFill>
                  <a:srgbClr val="000000"/>
                </a:solidFill>
              </a:rPr>
              <a:t>Flujo de datos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6075" y="1299425"/>
            <a:ext cx="5543054" cy="36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30375" y="2498350"/>
            <a:ext cx="314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27966"/>
              <a:buFont typeface="Arial"/>
              <a:buNone/>
            </a:pPr>
            <a:r>
              <a:rPr lang="en" sz="3933">
                <a:solidFill>
                  <a:srgbClr val="000000"/>
                </a:solidFill>
              </a:rPr>
              <a:t>Flujo de datos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950" y="146375"/>
            <a:ext cx="5135076" cy="495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6230375" y="2498350"/>
            <a:ext cx="314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27966"/>
              <a:buFont typeface="Arial"/>
              <a:buNone/>
            </a:pPr>
            <a:r>
              <a:rPr lang="en" sz="3933">
                <a:solidFill>
                  <a:srgbClr val="000000"/>
                </a:solidFill>
              </a:rPr>
              <a:t>Flujo de datos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950" y="76200"/>
            <a:ext cx="525707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584950" y="445025"/>
            <a:ext cx="62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27966"/>
              <a:buFont typeface="Arial"/>
              <a:buNone/>
            </a:pPr>
            <a:r>
              <a:rPr lang="en" sz="3933">
                <a:solidFill>
                  <a:srgbClr val="000000"/>
                </a:solidFill>
              </a:rPr>
              <a:t>Operaciones con </a:t>
            </a:r>
            <a:r>
              <a:rPr lang="en" sz="3933">
                <a:solidFill>
                  <a:srgbClr val="000000"/>
                </a:solidFill>
              </a:rPr>
              <a:t>streams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1746675"/>
            <a:ext cx="82296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