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391a8a795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391a8a795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391a8a795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391a8a795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fc57171c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fc57171c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fe43d905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fe43d905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12902df1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12902df1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12902df1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12902df1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fc57171c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fc57171c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12902df1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12902df1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fc57171c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fc57171c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12902df1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12902df1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fe43d905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fe43d905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fc57171c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fc57171c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fe43d905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3fe43d905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E6B8A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830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PROCESAMIENTO DE DATOS CON JAVA</a:t>
            </a:r>
            <a:endParaRPr sz="4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15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IFCT079PO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8850" y="12225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550" y="416700"/>
            <a:ext cx="913550" cy="9135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3283300" y="4301050"/>
            <a:ext cx="3000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Entrada de datos en Java</a:t>
            </a: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820"/>
              <a:t>Contenido</a:t>
            </a:r>
            <a:endParaRPr b="1" sz="2820"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84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1. La clase Scanner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2.Usos de la clase Scanner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3. Lectura de ficheros con la clase Scanner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.</a:t>
            </a:r>
            <a:endParaRPr sz="1700"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1597950" y="445025"/>
            <a:ext cx="555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lang="en" sz="3577"/>
              <a:t>Que es un directorio JAVA</a:t>
            </a:r>
            <a:endParaRPr sz="3577"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225" y="1665350"/>
            <a:ext cx="8124825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400" y="1329900"/>
            <a:ext cx="846772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675" y="1258750"/>
            <a:ext cx="7989405" cy="363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9350" y="233725"/>
            <a:ext cx="6538500" cy="4279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025" y="1380725"/>
            <a:ext cx="7715250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150" y="183815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/>
        </p:nvSpPr>
        <p:spPr>
          <a:xfrm>
            <a:off x="4190025" y="2077725"/>
            <a:ext cx="37815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1.EJEMPLO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000" y="1340075"/>
            <a:ext cx="7863380" cy="363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360400"/>
            <a:ext cx="8315325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360400"/>
            <a:ext cx="821055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150" y="183815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/>
        </p:nvSpPr>
        <p:spPr>
          <a:xfrm>
            <a:off x="4190025" y="2077725"/>
            <a:ext cx="37815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2</a:t>
            </a:r>
            <a:r>
              <a:rPr lang="en" sz="2800">
                <a:solidFill>
                  <a:schemeClr val="dk1"/>
                </a:solidFill>
              </a:rPr>
              <a:t>.-Ejemplo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360400"/>
            <a:ext cx="8324850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0" y="104175"/>
            <a:ext cx="913550" cy="9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0250" y="0"/>
            <a:ext cx="1208000" cy="12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1150" y="183815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/>
        </p:nvSpPr>
        <p:spPr>
          <a:xfrm>
            <a:off x="4190025" y="2077725"/>
            <a:ext cx="3781500" cy="19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3</a:t>
            </a:r>
            <a:r>
              <a:rPr lang="en" sz="2800">
                <a:solidFill>
                  <a:schemeClr val="dk1"/>
                </a:solidFill>
              </a:rPr>
              <a:t>.-Ejemplo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