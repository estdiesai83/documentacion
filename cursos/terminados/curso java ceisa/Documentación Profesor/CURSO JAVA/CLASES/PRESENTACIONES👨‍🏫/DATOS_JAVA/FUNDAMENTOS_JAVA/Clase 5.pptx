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j2fXTDZaidl7ULoBzxrm+ztig8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FLUJOS DE CONTROL</a:t>
            </a:r>
            <a:endParaRPr b="1" sz="182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FOR</a:t>
            </a:r>
            <a:endParaRPr b="1" sz="1829">
              <a:solidFill>
                <a:schemeClr val="dk1"/>
              </a:solidFill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4700" y="56788"/>
            <a:ext cx="738900" cy="11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5" y="189550"/>
            <a:ext cx="851400" cy="8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