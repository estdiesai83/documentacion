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c6dd1083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c6dd1083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c6dd1083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c6dd1083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c6dd1083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c6dd1083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c6dd1083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c6dd1083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4483" y="1576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PROGRAMACIÓN EN JAVA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(IFCD052PO)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22575" y="3984100"/>
            <a:ext cx="474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829">
                <a:solidFill>
                  <a:schemeClr val="dk1"/>
                </a:solidFill>
              </a:rPr>
              <a:t>FLUJOS DE CONTROL</a:t>
            </a:r>
            <a:endParaRPr b="1" sz="1829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829">
                <a:solidFill>
                  <a:schemeClr val="dk1"/>
                </a:solidFill>
              </a:rPr>
              <a:t>SWING</a:t>
            </a:r>
            <a:endParaRPr b="1" sz="1829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075" y="111100"/>
            <a:ext cx="969225" cy="14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5" y="290150"/>
            <a:ext cx="1147025" cy="1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550" y="1571618"/>
            <a:ext cx="8305800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750" y="847550"/>
            <a:ext cx="6758425" cy="4153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6263" y="150475"/>
            <a:ext cx="4706040" cy="54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025" y="1315350"/>
            <a:ext cx="7297876" cy="31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4700" y="56788"/>
            <a:ext cx="738900" cy="111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075" y="1895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075" y="1346438"/>
            <a:ext cx="7905750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