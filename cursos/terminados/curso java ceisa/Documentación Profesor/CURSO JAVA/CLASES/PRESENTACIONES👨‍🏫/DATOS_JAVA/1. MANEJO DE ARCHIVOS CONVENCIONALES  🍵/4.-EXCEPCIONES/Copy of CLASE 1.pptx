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91a8a795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391a8a795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91a8a795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391a8a795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fc57171c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fc57171c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fc57171c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fc57171c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fe43d905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fe43d905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12902df1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12902df1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fc57171c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fc57171c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12902df1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12902df1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fe43d905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fe43d905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fc57171c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fc57171c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fe43d905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fe43d905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6B8A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830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PROCESAMIENTO DE DATOS CON JAVA</a:t>
            </a:r>
            <a:endParaRPr sz="4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15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IFCT079PO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8850" y="12225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550" y="416700"/>
            <a:ext cx="913550" cy="91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3283300" y="4301050"/>
            <a:ext cx="3000000" cy="12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Excepciones</a:t>
            </a:r>
            <a:endParaRPr b="1"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/>
              <a:t>Contenido</a:t>
            </a:r>
            <a:endParaRPr b="1" sz="2820"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84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1.4. Tratamientos de excepciones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1.4.1. Captura de excepciones en operaciones de entrada/salida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1.4.2. Excepciones personalizadas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.</a:t>
            </a:r>
            <a:endParaRPr sz="1700"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050" y="1370550"/>
            <a:ext cx="8181975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000" y="1421375"/>
            <a:ext cx="7842312" cy="363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150" y="183815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4190025" y="2077725"/>
            <a:ext cx="37815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1.EJEMPLO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8838" y="318250"/>
            <a:ext cx="6619524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825" y="1569475"/>
            <a:ext cx="7087524" cy="2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6025" y="685125"/>
            <a:ext cx="4391300" cy="39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150" y="183815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/>
        </p:nvSpPr>
        <p:spPr>
          <a:xfrm>
            <a:off x="4190025" y="2077725"/>
            <a:ext cx="37815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2</a:t>
            </a:r>
            <a:r>
              <a:rPr lang="en" sz="2800">
                <a:solidFill>
                  <a:schemeClr val="dk1"/>
                </a:solidFill>
              </a:rPr>
              <a:t>.-Ejemplo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360400"/>
            <a:ext cx="8324850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150" y="183815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4"/>
          <p:cNvSpPr txBox="1"/>
          <p:nvPr/>
        </p:nvSpPr>
        <p:spPr>
          <a:xfrm>
            <a:off x="4190025" y="2077725"/>
            <a:ext cx="37815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3</a:t>
            </a:r>
            <a:r>
              <a:rPr lang="en" sz="2800">
                <a:solidFill>
                  <a:schemeClr val="dk1"/>
                </a:solidFill>
              </a:rPr>
              <a:t>.-Ejemplo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