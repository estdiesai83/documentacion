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matic SC"/>
      <p:regular r:id="rId11"/>
      <p:bold r:id="rId12"/>
    </p:embeddedFont>
    <p:embeddedFont>
      <p:font typeface="Source Code Pr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h1osy0NJktHePihll1zNVPFk46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maticSC-regular.fntdata"/><Relationship Id="rId10" Type="http://schemas.openxmlformats.org/officeDocument/2006/relationships/slide" Target="slides/slide5.xml"/><Relationship Id="rId13" Type="http://schemas.openxmlformats.org/officeDocument/2006/relationships/font" Target="fonts/SourceCodePro-regular.fntdata"/><Relationship Id="rId12" Type="http://schemas.openxmlformats.org/officeDocument/2006/relationships/font" Target="fonts/AmaticS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italic.fntdata"/><Relationship Id="rId14" Type="http://schemas.openxmlformats.org/officeDocument/2006/relationships/font" Target="fonts/SourceCodePro-bold.fntdata"/><Relationship Id="rId17" Type="http://customschemas.google.com/relationships/presentationmetadata" Target="metadata"/><Relationship Id="rId16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7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7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0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1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14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14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1094450" y="231325"/>
            <a:ext cx="62253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0"/>
              <a:buNone/>
            </a:pPr>
            <a:r>
              <a:rPr lang="es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Server Pages</a:t>
            </a:r>
            <a:endParaRPr sz="9300"/>
          </a:p>
        </p:txBody>
      </p:sp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" sz="3000"/>
              <a:t>Introducción</a:t>
            </a:r>
            <a:endParaRPr sz="3000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00" y="231325"/>
            <a:ext cx="655175" cy="8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2900" y="74800"/>
            <a:ext cx="2013950" cy="13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797500" y="292850"/>
            <a:ext cx="6861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QUÉ ES JSP</a:t>
            </a:r>
            <a:endParaRPr/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JSP es un acrónimo de </a:t>
            </a:r>
            <a:r>
              <a:rPr b="1" lang="e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Server Pages</a:t>
            </a:r>
            <a:r>
              <a:rPr lang="e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en castellano vendría a decir algo como Páginas de Servidor Java. Es, pues, una tecnología orientada a crear páginas web con programación en Java.</a:t>
            </a:r>
            <a:endParaRPr sz="3700"/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8225" y="85425"/>
            <a:ext cx="1919250" cy="10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256125"/>
            <a:ext cx="874450" cy="8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8225" y="85425"/>
            <a:ext cx="1919250" cy="10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91400"/>
            <a:ext cx="8793800" cy="36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256125"/>
            <a:ext cx="874450" cy="8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8225" y="85425"/>
            <a:ext cx="1919250" cy="10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481600"/>
            <a:ext cx="8839199" cy="33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256125"/>
            <a:ext cx="874450" cy="8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8225" y="85425"/>
            <a:ext cx="1919250" cy="10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12600"/>
            <a:ext cx="9143999" cy="357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256125"/>
            <a:ext cx="874450" cy="8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